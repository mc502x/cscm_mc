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4.16.1, 2026-10-27.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4.16.1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2026-10-27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Choose a category for each alarm type.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alarm type and a category you can change.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4.16.1: 1,035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v4.16.1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v4.16.1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