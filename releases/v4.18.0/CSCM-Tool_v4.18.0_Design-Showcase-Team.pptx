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4.18.0, 2026-10-28.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the mapping changes by itself: a request, a reason, three different people, and every step in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4.18.0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2026-10-28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The title, type and access levels come from the mapping.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its type from the mapping, and what is wrong with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mapping and its three approvals</a:t>
            </a:r>
          </a:p>
        </p:txBody>
      </p:sp>
      <p:pic>
        <p:nvPicPr>
          <p:cNvPr id="3" name="Screenshot mapping" descr="The mapping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79" y="1188720"/>
            <a:ext cx="4280001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Which legacy code becomes which new one, with the title, type and access levels the programs do not carry.</a:t>
            </a:r>
          </a:p>
        </p:txBody>
      </p:sp>
      <p:pic>
        <p:nvPicPr>
          <p:cNvPr id="5" name="Screenshot mapping_change" descr="A request with two of its three approv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change takes effect only when the StCd Owner, the Chief Engineer and an Administrator have approved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4.18.0: 1,089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v4.18.0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v4.18.0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