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4.17.1, 2026-10-28.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4.17.1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2026-10-28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1,082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227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171 operations, the database 65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Hand-over to the team repository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FR-188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v4.16.1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No assumed values in the .st import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FR-189, FR-190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v4.17.1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v4.17.1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